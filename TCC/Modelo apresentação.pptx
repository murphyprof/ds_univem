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905" r:id="rId5"/>
    <p:sldId id="901" r:id="rId6"/>
    <p:sldId id="906" r:id="rId7"/>
    <p:sldId id="907" r:id="rId8"/>
    <p:sldId id="908" r:id="rId9"/>
    <p:sldId id="912" r:id="rId10"/>
    <p:sldId id="909" r:id="rId11"/>
    <p:sldId id="913" r:id="rId12"/>
    <p:sldId id="910" r:id="rId13"/>
    <p:sldId id="911" r:id="rId14"/>
  </p:sldIdLst>
  <p:sldSz cx="12192000" cy="6858000"/>
  <p:notesSz cx="6864350" cy="99964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8"/>
    <a:srgbClr val="AA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3F3F53-C219-48A5-9FF3-B28C7BEC15BE}" v="575" dt="2020-10-06T17:30:42.381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552" cy="501560"/>
          </a:xfrm>
          <a:prstGeom prst="rect">
            <a:avLst/>
          </a:prstGeom>
        </p:spPr>
        <p:txBody>
          <a:bodyPr vert="horz" lIns="96341" tIns="48171" rIns="96341" bIns="48171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8210" y="0"/>
            <a:ext cx="2974552" cy="501560"/>
          </a:xfrm>
          <a:prstGeom prst="rect">
            <a:avLst/>
          </a:prstGeom>
        </p:spPr>
        <p:txBody>
          <a:bodyPr vert="horz" lIns="96341" tIns="48171" rIns="96341" bIns="48171" rtlCol="0"/>
          <a:lstStyle>
            <a:lvl1pPr algn="r">
              <a:defRPr sz="1300"/>
            </a:lvl1pPr>
          </a:lstStyle>
          <a:p>
            <a:fld id="{3F5EC8FB-DB76-4A67-8384-A6D4C5C8673F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1249363"/>
            <a:ext cx="5994400" cy="3373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41" tIns="48171" rIns="96341" bIns="4817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6435" y="4810810"/>
            <a:ext cx="5491480" cy="3936117"/>
          </a:xfrm>
          <a:prstGeom prst="rect">
            <a:avLst/>
          </a:prstGeom>
        </p:spPr>
        <p:txBody>
          <a:bodyPr vert="horz" lIns="96341" tIns="48171" rIns="96341" bIns="48171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94929"/>
            <a:ext cx="2974552" cy="501559"/>
          </a:xfrm>
          <a:prstGeom prst="rect">
            <a:avLst/>
          </a:prstGeom>
        </p:spPr>
        <p:txBody>
          <a:bodyPr vert="horz" lIns="96341" tIns="48171" rIns="96341" bIns="48171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8210" y="9494929"/>
            <a:ext cx="2974552" cy="501559"/>
          </a:xfrm>
          <a:prstGeom prst="rect">
            <a:avLst/>
          </a:prstGeom>
        </p:spPr>
        <p:txBody>
          <a:bodyPr vert="horz" lIns="96341" tIns="48171" rIns="96341" bIns="48171" rtlCol="0" anchor="b"/>
          <a:lstStyle>
            <a:lvl1pPr algn="r">
              <a:defRPr sz="1300"/>
            </a:lvl1pPr>
          </a:lstStyle>
          <a:p>
            <a:fld id="{FEB2A543-1E56-41A0-BD78-FF681808DD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67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E8475-7A1A-4EDF-9697-2F8D4ECA0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4CB8DC-ED74-49B5-A094-259FAC68B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2CF2EF-CDB7-4F6C-877D-9BEF9582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FB46-4611-44F5-AEE5-700CB38837AB}" type="datetime1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2E8CD5-D1B4-4358-BFF7-7648774AC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71C96B-BE0F-47C2-A087-8796CF52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63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38BE4-EF69-43BC-BCAF-69DC99431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19836F-DAFC-4A2E-858F-629F4F4AB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2E1889-B1C5-4866-A997-D5DACC8D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295A-B842-4668-BB9A-374CC8363D71}" type="datetime1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C3BE12-EAAC-43C2-9CD1-438B56F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BBE1EF-51AE-4FB3-9860-548C0E52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932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F6D68-4C4D-4886-8009-D48A7725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67BF1F-DF13-4B78-AE47-726798B63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1DA93F-096B-4D5C-93BD-93A4D526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EC5E-4A13-413C-B67F-74F460A11297}" type="datetime1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522C73-AD99-4D75-BC6E-7E45DF9B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BCDF25-9187-4C74-A4F3-E2DD527C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75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9D70D-7049-4FF8-A54F-C0C472C7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40A673-988F-43EA-8B3A-9F84044D5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B58B70-E10F-4651-A96F-4407B610B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DAB82A-9492-4AC6-A702-03DFA3AA7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35F4-DF2B-4120-8DF8-3C880D5F43F6}" type="datetime1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A87686-B0D5-4D7E-BFCA-3374F7C48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86CDE6-8EF1-4F84-9645-5120EF50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81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6CA7C-F200-4957-91B6-A41501B9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FF2951-5F05-4D86-B2B7-0D31CF23E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F92258-C98E-4A36-927E-F5EE943DE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7E139F-892E-4CDF-82F7-D09485CD3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D39B3F-8C14-4554-8B90-C6D186D6D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2FA5235-3BEE-4BDE-8D22-E25AE357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F3FC7-E176-44E1-9948-EF16FB5B2568}" type="datetime1">
              <a:rPr lang="pt-BR" smtClean="0"/>
              <a:t>26/03/2026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8C0FE65-BDA8-4B46-ABE8-715C815E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D98403-29CF-4EFE-8282-48EA001F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421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E7713-8E00-4A14-B010-4E081763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B034B73-C2F5-44B1-AE3B-ECBF2B649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7C1-62F6-40BE-94E2-16E4642DDFDE}" type="datetime1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074E43-D2D1-42F4-9D5C-986AB51E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D479C8-6A71-4E71-A740-719797C2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079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28703C-252E-4602-9577-75DDA1A5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19A-D468-43E9-BA87-D98482FBFC09}" type="datetime1">
              <a:rPr lang="pt-BR" smtClean="0"/>
              <a:t>26/03/2026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BCC5A2B-9309-417F-BAB2-7A074288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2B3B2B-1084-440B-BD2D-C54CD87D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97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EBFFC-7989-4C3B-ACBA-8D7EB88B2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EF196E-D854-42F4-8D3C-A050ACF40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4F080C-947A-4875-826F-9A17377F7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52AEF3-E5A7-4FA7-BD66-087261CB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B28C-C4CF-4F7A-8B0B-190B4179E575}" type="datetime1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92FF5A-9A59-467A-819A-2F2B7BE5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6C3449-8109-45A4-BD99-4DE478D5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8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84DF5-F602-4A31-8477-426A9833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D4EB2B7-62D8-42C5-AB17-F1979E29D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74F220-FE1D-4459-8779-A509760B4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8D131A-9183-4F74-876C-90D3296A4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3ECA0-F144-4005-B62F-FF58B0841BE3}" type="datetime1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091C9D-62C5-44E4-B60B-2AC75F8BB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9F4E24-73E6-4DAC-A0AF-832EAD1E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31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D25C9-3EFC-460D-8B03-5D2B100AA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DCB903E-3AE9-4386-BAC1-50919F387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E42A9C-A3EB-410F-8B0D-B721AE55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44EC-3BBC-4036-A7CA-00CA9033FD9F}" type="datetime1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C9A915-D7A2-4A37-993B-65717B95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0C170D-7A31-4E8C-875C-28F7CBB2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351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6CC9FA-BD0A-43CA-9CFC-280BCEE00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6004C6-3573-4F52-9A38-299C9C873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53A9F1-F796-4D99-BD3E-0356542C4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F06DB-1ABF-4055-B9C3-E4C3E4E5E296}" type="datetime1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9E2CE3-4C55-4FE2-A538-316558AC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Prof. Goffredo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0CE186-7A1B-4237-8609-388D4F65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50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AC9B556-2BC5-40C4-B85C-E3DE7710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E1143C-03A3-4FA8-AB38-6751B7B10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7CC07D-F5E3-45AA-81B7-9E2ECB38E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6E946-7631-42AD-9240-92D57A8A80A9}" type="datetime1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B6EEF2-51DA-4B6C-B10B-BED8C1A32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Prof. Goffredo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869CC5-9AE2-4BB2-920F-1FFE204BA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C771F-AEA0-4B07-B8C3-9210B5E2FA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167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3F99584-1D46-4934-8096-BCA6D0DB0665}"/>
              </a:ext>
            </a:extLst>
          </p:cNvPr>
          <p:cNvSpPr/>
          <p:nvPr/>
        </p:nvSpPr>
        <p:spPr>
          <a:xfrm>
            <a:off x="8968" y="1269680"/>
            <a:ext cx="12192000" cy="1138773"/>
          </a:xfrm>
          <a:prstGeom prst="rect">
            <a:avLst/>
          </a:prstGeom>
          <a:solidFill>
            <a:srgbClr val="A40000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 err="1">
                <a:solidFill>
                  <a:prstClr val="white"/>
                </a:solidFill>
                <a:latin typeface="Calibri" panose="020F0502020204030204"/>
              </a:rPr>
              <a:t>Pre</a:t>
            </a:r>
            <a:r>
              <a:rPr lang="pt-BR" sz="3600" b="1" dirty="0">
                <a:solidFill>
                  <a:prstClr val="white"/>
                </a:solidFill>
                <a:latin typeface="Calibri" panose="020F0502020204030204"/>
              </a:rPr>
              <a:t>-Apresentação</a:t>
            </a: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TCC da Etec Antonio Devisate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>
                <a:solidFill>
                  <a:prstClr val="white"/>
                </a:solidFill>
                <a:latin typeface="Calibri" panose="020F0502020204030204"/>
              </a:rPr>
              <a:t>2026</a:t>
            </a: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12FCF416-D125-4510-9A92-659EF08B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z="1400" smtClean="0">
                <a:solidFill>
                  <a:srgbClr val="C00000"/>
                </a:solidFill>
              </a:rPr>
              <a:t>1</a:t>
            </a:fld>
            <a:endParaRPr lang="pt-BR" sz="1400" dirty="0">
              <a:solidFill>
                <a:srgbClr val="C00000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4226C90-F6AA-4C8A-9484-25468D9AC9A6}"/>
              </a:ext>
            </a:extLst>
          </p:cNvPr>
          <p:cNvSpPr/>
          <p:nvPr/>
        </p:nvSpPr>
        <p:spPr>
          <a:xfrm>
            <a:off x="0" y="2525726"/>
            <a:ext cx="12192000" cy="991514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28575">
            <a:noFill/>
            <a:extLst>
              <a:ext uri="{C807C97D-BFC1-408E-A445-0C87EB9F89A2}">
                <ask:lineSketchStyleProps xmlns:ask="http://schemas.microsoft.com/office/drawing/2018/sketchyshapes" sd="1157878504">
                  <a:custGeom>
                    <a:avLst/>
                    <a:gdLst>
                      <a:gd name="connsiteX0" fmla="*/ 0 w 9640550"/>
                      <a:gd name="connsiteY0" fmla="*/ 0 h 991514"/>
                      <a:gd name="connsiteX1" fmla="*/ 399394 w 9640550"/>
                      <a:gd name="connsiteY1" fmla="*/ 0 h 991514"/>
                      <a:gd name="connsiteX2" fmla="*/ 991599 w 9640550"/>
                      <a:gd name="connsiteY2" fmla="*/ 0 h 991514"/>
                      <a:gd name="connsiteX3" fmla="*/ 1680210 w 9640550"/>
                      <a:gd name="connsiteY3" fmla="*/ 0 h 991514"/>
                      <a:gd name="connsiteX4" fmla="*/ 2465226 w 9640550"/>
                      <a:gd name="connsiteY4" fmla="*/ 0 h 991514"/>
                      <a:gd name="connsiteX5" fmla="*/ 3057432 w 9640550"/>
                      <a:gd name="connsiteY5" fmla="*/ 0 h 991514"/>
                      <a:gd name="connsiteX6" fmla="*/ 3553231 w 9640550"/>
                      <a:gd name="connsiteY6" fmla="*/ 0 h 991514"/>
                      <a:gd name="connsiteX7" fmla="*/ 4145437 w 9640550"/>
                      <a:gd name="connsiteY7" fmla="*/ 0 h 991514"/>
                      <a:gd name="connsiteX8" fmla="*/ 4834047 w 9640550"/>
                      <a:gd name="connsiteY8" fmla="*/ 0 h 991514"/>
                      <a:gd name="connsiteX9" fmla="*/ 5426252 w 9640550"/>
                      <a:gd name="connsiteY9" fmla="*/ 0 h 991514"/>
                      <a:gd name="connsiteX10" fmla="*/ 6211269 w 9640550"/>
                      <a:gd name="connsiteY10" fmla="*/ 0 h 991514"/>
                      <a:gd name="connsiteX11" fmla="*/ 7092690 w 9640550"/>
                      <a:gd name="connsiteY11" fmla="*/ 0 h 991514"/>
                      <a:gd name="connsiteX12" fmla="*/ 7974112 w 9640550"/>
                      <a:gd name="connsiteY12" fmla="*/ 0 h 991514"/>
                      <a:gd name="connsiteX13" fmla="*/ 8373506 w 9640550"/>
                      <a:gd name="connsiteY13" fmla="*/ 0 h 991514"/>
                      <a:gd name="connsiteX14" fmla="*/ 9640550 w 9640550"/>
                      <a:gd name="connsiteY14" fmla="*/ 0 h 991514"/>
                      <a:gd name="connsiteX15" fmla="*/ 9640550 w 9640550"/>
                      <a:gd name="connsiteY15" fmla="*/ 495757 h 991514"/>
                      <a:gd name="connsiteX16" fmla="*/ 9640550 w 9640550"/>
                      <a:gd name="connsiteY16" fmla="*/ 991514 h 991514"/>
                      <a:gd name="connsiteX17" fmla="*/ 8855534 w 9640550"/>
                      <a:gd name="connsiteY17" fmla="*/ 991514 h 991514"/>
                      <a:gd name="connsiteX18" fmla="*/ 8263329 w 9640550"/>
                      <a:gd name="connsiteY18" fmla="*/ 991514 h 991514"/>
                      <a:gd name="connsiteX19" fmla="*/ 7574718 w 9640550"/>
                      <a:gd name="connsiteY19" fmla="*/ 991514 h 991514"/>
                      <a:gd name="connsiteX20" fmla="*/ 6886107 w 9640550"/>
                      <a:gd name="connsiteY20" fmla="*/ 991514 h 991514"/>
                      <a:gd name="connsiteX21" fmla="*/ 6486713 w 9640550"/>
                      <a:gd name="connsiteY21" fmla="*/ 991514 h 991514"/>
                      <a:gd name="connsiteX22" fmla="*/ 5798102 w 9640550"/>
                      <a:gd name="connsiteY22" fmla="*/ 991514 h 991514"/>
                      <a:gd name="connsiteX23" fmla="*/ 5205897 w 9640550"/>
                      <a:gd name="connsiteY23" fmla="*/ 991514 h 991514"/>
                      <a:gd name="connsiteX24" fmla="*/ 4324475 w 9640550"/>
                      <a:gd name="connsiteY24" fmla="*/ 991514 h 991514"/>
                      <a:gd name="connsiteX25" fmla="*/ 3925081 w 9640550"/>
                      <a:gd name="connsiteY25" fmla="*/ 991514 h 991514"/>
                      <a:gd name="connsiteX26" fmla="*/ 3332876 w 9640550"/>
                      <a:gd name="connsiteY26" fmla="*/ 991514 h 991514"/>
                      <a:gd name="connsiteX27" fmla="*/ 2740671 w 9640550"/>
                      <a:gd name="connsiteY27" fmla="*/ 991514 h 991514"/>
                      <a:gd name="connsiteX28" fmla="*/ 2244871 w 9640550"/>
                      <a:gd name="connsiteY28" fmla="*/ 991514 h 991514"/>
                      <a:gd name="connsiteX29" fmla="*/ 1652666 w 9640550"/>
                      <a:gd name="connsiteY29" fmla="*/ 991514 h 991514"/>
                      <a:gd name="connsiteX30" fmla="*/ 964055 w 9640550"/>
                      <a:gd name="connsiteY30" fmla="*/ 991514 h 991514"/>
                      <a:gd name="connsiteX31" fmla="*/ 0 w 9640550"/>
                      <a:gd name="connsiteY31" fmla="*/ 991514 h 991514"/>
                      <a:gd name="connsiteX32" fmla="*/ 0 w 9640550"/>
                      <a:gd name="connsiteY32" fmla="*/ 515587 h 991514"/>
                      <a:gd name="connsiteX33" fmla="*/ 0 w 9640550"/>
                      <a:gd name="connsiteY33" fmla="*/ 0 h 9915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</a:cxnLst>
                    <a:rect l="l" t="t" r="r" b="b"/>
                    <a:pathLst>
                      <a:path w="9640550" h="991514" fill="none" extrusionOk="0">
                        <a:moveTo>
                          <a:pt x="0" y="0"/>
                        </a:moveTo>
                        <a:cubicBezTo>
                          <a:pt x="122341" y="17556"/>
                          <a:pt x="247045" y="6029"/>
                          <a:pt x="399394" y="0"/>
                        </a:cubicBezTo>
                        <a:cubicBezTo>
                          <a:pt x="551743" y="-6029"/>
                          <a:pt x="847362" y="7250"/>
                          <a:pt x="991599" y="0"/>
                        </a:cubicBezTo>
                        <a:cubicBezTo>
                          <a:pt x="1135836" y="-7250"/>
                          <a:pt x="1413435" y="-25458"/>
                          <a:pt x="1680210" y="0"/>
                        </a:cubicBezTo>
                        <a:cubicBezTo>
                          <a:pt x="1946985" y="25458"/>
                          <a:pt x="2111601" y="-28232"/>
                          <a:pt x="2465226" y="0"/>
                        </a:cubicBezTo>
                        <a:cubicBezTo>
                          <a:pt x="2818851" y="28232"/>
                          <a:pt x="2800877" y="-27028"/>
                          <a:pt x="3057432" y="0"/>
                        </a:cubicBezTo>
                        <a:cubicBezTo>
                          <a:pt x="3313987" y="27028"/>
                          <a:pt x="3385211" y="-17146"/>
                          <a:pt x="3553231" y="0"/>
                        </a:cubicBezTo>
                        <a:cubicBezTo>
                          <a:pt x="3721251" y="17146"/>
                          <a:pt x="3948533" y="20783"/>
                          <a:pt x="4145437" y="0"/>
                        </a:cubicBezTo>
                        <a:cubicBezTo>
                          <a:pt x="4342341" y="-20783"/>
                          <a:pt x="4565742" y="18694"/>
                          <a:pt x="4834047" y="0"/>
                        </a:cubicBezTo>
                        <a:cubicBezTo>
                          <a:pt x="5102352" y="-18694"/>
                          <a:pt x="5239254" y="556"/>
                          <a:pt x="5426252" y="0"/>
                        </a:cubicBezTo>
                        <a:cubicBezTo>
                          <a:pt x="5613251" y="-556"/>
                          <a:pt x="6020942" y="3939"/>
                          <a:pt x="6211269" y="0"/>
                        </a:cubicBezTo>
                        <a:cubicBezTo>
                          <a:pt x="6401596" y="-3939"/>
                          <a:pt x="6768707" y="-12560"/>
                          <a:pt x="7092690" y="0"/>
                        </a:cubicBezTo>
                        <a:cubicBezTo>
                          <a:pt x="7416673" y="12560"/>
                          <a:pt x="7582633" y="-26969"/>
                          <a:pt x="7974112" y="0"/>
                        </a:cubicBezTo>
                        <a:cubicBezTo>
                          <a:pt x="8365591" y="26969"/>
                          <a:pt x="8209974" y="3341"/>
                          <a:pt x="8373506" y="0"/>
                        </a:cubicBezTo>
                        <a:cubicBezTo>
                          <a:pt x="8537038" y="-3341"/>
                          <a:pt x="9097036" y="5534"/>
                          <a:pt x="9640550" y="0"/>
                        </a:cubicBezTo>
                        <a:cubicBezTo>
                          <a:pt x="9663602" y="144436"/>
                          <a:pt x="9646953" y="342854"/>
                          <a:pt x="9640550" y="495757"/>
                        </a:cubicBezTo>
                        <a:cubicBezTo>
                          <a:pt x="9634147" y="648660"/>
                          <a:pt x="9626783" y="847617"/>
                          <a:pt x="9640550" y="991514"/>
                        </a:cubicBezTo>
                        <a:cubicBezTo>
                          <a:pt x="9394521" y="996797"/>
                          <a:pt x="9205227" y="996306"/>
                          <a:pt x="8855534" y="991514"/>
                        </a:cubicBezTo>
                        <a:cubicBezTo>
                          <a:pt x="8505841" y="986722"/>
                          <a:pt x="8387277" y="967905"/>
                          <a:pt x="8263329" y="991514"/>
                        </a:cubicBezTo>
                        <a:cubicBezTo>
                          <a:pt x="8139381" y="1015123"/>
                          <a:pt x="7841865" y="1006700"/>
                          <a:pt x="7574718" y="991514"/>
                        </a:cubicBezTo>
                        <a:cubicBezTo>
                          <a:pt x="7307571" y="976328"/>
                          <a:pt x="7198703" y="980919"/>
                          <a:pt x="6886107" y="991514"/>
                        </a:cubicBezTo>
                        <a:cubicBezTo>
                          <a:pt x="6573511" y="1002109"/>
                          <a:pt x="6596965" y="982346"/>
                          <a:pt x="6486713" y="991514"/>
                        </a:cubicBezTo>
                        <a:cubicBezTo>
                          <a:pt x="6376461" y="1000682"/>
                          <a:pt x="5949689" y="1002099"/>
                          <a:pt x="5798102" y="991514"/>
                        </a:cubicBezTo>
                        <a:cubicBezTo>
                          <a:pt x="5646515" y="980929"/>
                          <a:pt x="5457108" y="964437"/>
                          <a:pt x="5205897" y="991514"/>
                        </a:cubicBezTo>
                        <a:cubicBezTo>
                          <a:pt x="4954687" y="1018591"/>
                          <a:pt x="4570515" y="1004355"/>
                          <a:pt x="4324475" y="991514"/>
                        </a:cubicBezTo>
                        <a:cubicBezTo>
                          <a:pt x="4078435" y="978673"/>
                          <a:pt x="4074378" y="976176"/>
                          <a:pt x="3925081" y="991514"/>
                        </a:cubicBezTo>
                        <a:cubicBezTo>
                          <a:pt x="3775784" y="1006852"/>
                          <a:pt x="3469982" y="964469"/>
                          <a:pt x="3332876" y="991514"/>
                        </a:cubicBezTo>
                        <a:cubicBezTo>
                          <a:pt x="3195771" y="1018559"/>
                          <a:pt x="3018801" y="975676"/>
                          <a:pt x="2740671" y="991514"/>
                        </a:cubicBezTo>
                        <a:cubicBezTo>
                          <a:pt x="2462542" y="1007352"/>
                          <a:pt x="2347071" y="990525"/>
                          <a:pt x="2244871" y="991514"/>
                        </a:cubicBezTo>
                        <a:cubicBezTo>
                          <a:pt x="2142671" y="992503"/>
                          <a:pt x="1941802" y="990126"/>
                          <a:pt x="1652666" y="991514"/>
                        </a:cubicBezTo>
                        <a:cubicBezTo>
                          <a:pt x="1363530" y="992902"/>
                          <a:pt x="1148285" y="998863"/>
                          <a:pt x="964055" y="991514"/>
                        </a:cubicBezTo>
                        <a:cubicBezTo>
                          <a:pt x="779825" y="984165"/>
                          <a:pt x="389691" y="1005706"/>
                          <a:pt x="0" y="991514"/>
                        </a:cubicBezTo>
                        <a:cubicBezTo>
                          <a:pt x="-14701" y="798289"/>
                          <a:pt x="-15184" y="679796"/>
                          <a:pt x="0" y="515587"/>
                        </a:cubicBezTo>
                        <a:cubicBezTo>
                          <a:pt x="15184" y="351378"/>
                          <a:pt x="1652" y="221559"/>
                          <a:pt x="0" y="0"/>
                        </a:cubicBezTo>
                        <a:close/>
                      </a:path>
                      <a:path w="9640550" h="991514" stroke="0" extrusionOk="0">
                        <a:moveTo>
                          <a:pt x="0" y="0"/>
                        </a:moveTo>
                        <a:cubicBezTo>
                          <a:pt x="318622" y="-26019"/>
                          <a:pt x="469854" y="-24228"/>
                          <a:pt x="688611" y="0"/>
                        </a:cubicBezTo>
                        <a:cubicBezTo>
                          <a:pt x="907368" y="24228"/>
                          <a:pt x="1184862" y="-2022"/>
                          <a:pt x="1377221" y="0"/>
                        </a:cubicBezTo>
                        <a:cubicBezTo>
                          <a:pt x="1569580" y="2022"/>
                          <a:pt x="1748976" y="-645"/>
                          <a:pt x="1873021" y="0"/>
                        </a:cubicBezTo>
                        <a:cubicBezTo>
                          <a:pt x="1997066" y="645"/>
                          <a:pt x="2166336" y="3558"/>
                          <a:pt x="2368821" y="0"/>
                        </a:cubicBezTo>
                        <a:cubicBezTo>
                          <a:pt x="2571306" y="-3558"/>
                          <a:pt x="2991357" y="21291"/>
                          <a:pt x="3153837" y="0"/>
                        </a:cubicBezTo>
                        <a:cubicBezTo>
                          <a:pt x="3316317" y="-21291"/>
                          <a:pt x="3368995" y="-37"/>
                          <a:pt x="3553231" y="0"/>
                        </a:cubicBezTo>
                        <a:cubicBezTo>
                          <a:pt x="3737467" y="37"/>
                          <a:pt x="3962518" y="-348"/>
                          <a:pt x="4145437" y="0"/>
                        </a:cubicBezTo>
                        <a:cubicBezTo>
                          <a:pt x="4328356" y="348"/>
                          <a:pt x="4571074" y="7620"/>
                          <a:pt x="4737642" y="0"/>
                        </a:cubicBezTo>
                        <a:cubicBezTo>
                          <a:pt x="4904210" y="-7620"/>
                          <a:pt x="5155926" y="7668"/>
                          <a:pt x="5522658" y="0"/>
                        </a:cubicBezTo>
                        <a:cubicBezTo>
                          <a:pt x="5889390" y="-7668"/>
                          <a:pt x="6118476" y="13964"/>
                          <a:pt x="6404080" y="0"/>
                        </a:cubicBezTo>
                        <a:cubicBezTo>
                          <a:pt x="6689684" y="-13964"/>
                          <a:pt x="7088703" y="-30485"/>
                          <a:pt x="7285501" y="0"/>
                        </a:cubicBezTo>
                        <a:cubicBezTo>
                          <a:pt x="7482299" y="30485"/>
                          <a:pt x="7791376" y="-15317"/>
                          <a:pt x="8070518" y="0"/>
                        </a:cubicBezTo>
                        <a:cubicBezTo>
                          <a:pt x="8349660" y="15317"/>
                          <a:pt x="8450709" y="-14663"/>
                          <a:pt x="8566317" y="0"/>
                        </a:cubicBezTo>
                        <a:cubicBezTo>
                          <a:pt x="8681925" y="14663"/>
                          <a:pt x="9255653" y="-51659"/>
                          <a:pt x="9640550" y="0"/>
                        </a:cubicBezTo>
                        <a:cubicBezTo>
                          <a:pt x="9664622" y="147788"/>
                          <a:pt x="9641409" y="317302"/>
                          <a:pt x="9640550" y="515587"/>
                        </a:cubicBezTo>
                        <a:cubicBezTo>
                          <a:pt x="9639691" y="713872"/>
                          <a:pt x="9655544" y="884828"/>
                          <a:pt x="9640550" y="991514"/>
                        </a:cubicBezTo>
                        <a:cubicBezTo>
                          <a:pt x="9425114" y="983545"/>
                          <a:pt x="9295432" y="1013605"/>
                          <a:pt x="8951939" y="991514"/>
                        </a:cubicBezTo>
                        <a:cubicBezTo>
                          <a:pt x="8608446" y="969423"/>
                          <a:pt x="8436496" y="977789"/>
                          <a:pt x="8263329" y="991514"/>
                        </a:cubicBezTo>
                        <a:cubicBezTo>
                          <a:pt x="8090162" y="1005240"/>
                          <a:pt x="7678812" y="999149"/>
                          <a:pt x="7478312" y="991514"/>
                        </a:cubicBezTo>
                        <a:cubicBezTo>
                          <a:pt x="7277812" y="983879"/>
                          <a:pt x="7267777" y="1010339"/>
                          <a:pt x="7078918" y="991514"/>
                        </a:cubicBezTo>
                        <a:cubicBezTo>
                          <a:pt x="6890059" y="972689"/>
                          <a:pt x="6752669" y="986257"/>
                          <a:pt x="6583118" y="991514"/>
                        </a:cubicBezTo>
                        <a:cubicBezTo>
                          <a:pt x="6413567" y="996771"/>
                          <a:pt x="6121784" y="990377"/>
                          <a:pt x="5701697" y="991514"/>
                        </a:cubicBezTo>
                        <a:cubicBezTo>
                          <a:pt x="5281610" y="992651"/>
                          <a:pt x="5280263" y="1007243"/>
                          <a:pt x="5013086" y="991514"/>
                        </a:cubicBezTo>
                        <a:cubicBezTo>
                          <a:pt x="4745909" y="975785"/>
                          <a:pt x="4541644" y="973057"/>
                          <a:pt x="4324475" y="991514"/>
                        </a:cubicBezTo>
                        <a:cubicBezTo>
                          <a:pt x="4107306" y="1009971"/>
                          <a:pt x="3715250" y="1019678"/>
                          <a:pt x="3443054" y="991514"/>
                        </a:cubicBezTo>
                        <a:cubicBezTo>
                          <a:pt x="3170858" y="963350"/>
                          <a:pt x="2925801" y="1022494"/>
                          <a:pt x="2658037" y="991514"/>
                        </a:cubicBezTo>
                        <a:cubicBezTo>
                          <a:pt x="2390273" y="960534"/>
                          <a:pt x="2423168" y="1008552"/>
                          <a:pt x="2258643" y="991514"/>
                        </a:cubicBezTo>
                        <a:cubicBezTo>
                          <a:pt x="2094118" y="974476"/>
                          <a:pt x="1893038" y="1014024"/>
                          <a:pt x="1762843" y="991514"/>
                        </a:cubicBezTo>
                        <a:cubicBezTo>
                          <a:pt x="1632648" y="969004"/>
                          <a:pt x="1447449" y="982219"/>
                          <a:pt x="1267044" y="991514"/>
                        </a:cubicBezTo>
                        <a:cubicBezTo>
                          <a:pt x="1086639" y="1000809"/>
                          <a:pt x="360188" y="980542"/>
                          <a:pt x="0" y="991514"/>
                        </a:cubicBezTo>
                        <a:cubicBezTo>
                          <a:pt x="20121" y="835430"/>
                          <a:pt x="-1696" y="739097"/>
                          <a:pt x="0" y="525502"/>
                        </a:cubicBezTo>
                        <a:cubicBezTo>
                          <a:pt x="1696" y="311907"/>
                          <a:pt x="26263" y="25568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2800" dirty="0"/>
          </a:p>
          <a:p>
            <a:pPr algn="ctr"/>
            <a:endParaRPr lang="pt-BR" sz="2800" dirty="0"/>
          </a:p>
          <a:p>
            <a:pPr algn="ctr"/>
            <a:endParaRPr lang="pt-BR" sz="2800" dirty="0"/>
          </a:p>
          <a:p>
            <a:pPr algn="ctr"/>
            <a:r>
              <a:rPr lang="pt-BR" sz="2600" b="1" dirty="0"/>
              <a:t>Título Projeto: </a:t>
            </a:r>
          </a:p>
          <a:p>
            <a:pPr algn="ctr"/>
            <a:r>
              <a:rPr lang="pt-BR" sz="2800" b="1" dirty="0"/>
              <a:t>Curso: </a:t>
            </a:r>
            <a:r>
              <a:rPr lang="pt-BR" sz="2800" dirty="0"/>
              <a:t>....</a:t>
            </a:r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FE250F9-5A88-44F6-A1D9-236FE4BA78EF}"/>
              </a:ext>
            </a:extLst>
          </p:cNvPr>
          <p:cNvSpPr/>
          <p:nvPr/>
        </p:nvSpPr>
        <p:spPr>
          <a:xfrm>
            <a:off x="1856791" y="3687265"/>
            <a:ext cx="8322906" cy="3034210"/>
          </a:xfrm>
          <a:prstGeom prst="rect">
            <a:avLst/>
          </a:prstGeom>
          <a:noFill/>
          <a:ln w="381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605500119">
                  <a:custGeom>
                    <a:avLst/>
                    <a:gdLst>
                      <a:gd name="connsiteX0" fmla="*/ 0 w 8322906"/>
                      <a:gd name="connsiteY0" fmla="*/ 0 h 3034210"/>
                      <a:gd name="connsiteX1" fmla="*/ 443888 w 8322906"/>
                      <a:gd name="connsiteY1" fmla="*/ 0 h 3034210"/>
                      <a:gd name="connsiteX2" fmla="*/ 1054235 w 8322906"/>
                      <a:gd name="connsiteY2" fmla="*/ 0 h 3034210"/>
                      <a:gd name="connsiteX3" fmla="*/ 1664581 w 8322906"/>
                      <a:gd name="connsiteY3" fmla="*/ 0 h 3034210"/>
                      <a:gd name="connsiteX4" fmla="*/ 2441386 w 8322906"/>
                      <a:gd name="connsiteY4" fmla="*/ 0 h 3034210"/>
                      <a:gd name="connsiteX5" fmla="*/ 2968503 w 8322906"/>
                      <a:gd name="connsiteY5" fmla="*/ 0 h 3034210"/>
                      <a:gd name="connsiteX6" fmla="*/ 3578850 w 8322906"/>
                      <a:gd name="connsiteY6" fmla="*/ 0 h 3034210"/>
                      <a:gd name="connsiteX7" fmla="*/ 4022738 w 8322906"/>
                      <a:gd name="connsiteY7" fmla="*/ 0 h 3034210"/>
                      <a:gd name="connsiteX8" fmla="*/ 4716313 w 8322906"/>
                      <a:gd name="connsiteY8" fmla="*/ 0 h 3034210"/>
                      <a:gd name="connsiteX9" fmla="*/ 5493118 w 8322906"/>
                      <a:gd name="connsiteY9" fmla="*/ 0 h 3034210"/>
                      <a:gd name="connsiteX10" fmla="*/ 5937006 w 8322906"/>
                      <a:gd name="connsiteY10" fmla="*/ 0 h 3034210"/>
                      <a:gd name="connsiteX11" fmla="*/ 6547353 w 8322906"/>
                      <a:gd name="connsiteY11" fmla="*/ 0 h 3034210"/>
                      <a:gd name="connsiteX12" fmla="*/ 7157699 w 8322906"/>
                      <a:gd name="connsiteY12" fmla="*/ 0 h 3034210"/>
                      <a:gd name="connsiteX13" fmla="*/ 7684817 w 8322906"/>
                      <a:gd name="connsiteY13" fmla="*/ 0 h 3034210"/>
                      <a:gd name="connsiteX14" fmla="*/ 8322906 w 8322906"/>
                      <a:gd name="connsiteY14" fmla="*/ 0 h 3034210"/>
                      <a:gd name="connsiteX15" fmla="*/ 8322906 w 8322906"/>
                      <a:gd name="connsiteY15" fmla="*/ 637184 h 3034210"/>
                      <a:gd name="connsiteX16" fmla="*/ 8322906 w 8322906"/>
                      <a:gd name="connsiteY16" fmla="*/ 1244026 h 3034210"/>
                      <a:gd name="connsiteX17" fmla="*/ 8322906 w 8322906"/>
                      <a:gd name="connsiteY17" fmla="*/ 1820526 h 3034210"/>
                      <a:gd name="connsiteX18" fmla="*/ 8322906 w 8322906"/>
                      <a:gd name="connsiteY18" fmla="*/ 2488052 h 3034210"/>
                      <a:gd name="connsiteX19" fmla="*/ 8322906 w 8322906"/>
                      <a:gd name="connsiteY19" fmla="*/ 3034210 h 3034210"/>
                      <a:gd name="connsiteX20" fmla="*/ 7712560 w 8322906"/>
                      <a:gd name="connsiteY20" fmla="*/ 3034210 h 3034210"/>
                      <a:gd name="connsiteX21" fmla="*/ 7018984 w 8322906"/>
                      <a:gd name="connsiteY21" fmla="*/ 3034210 h 3034210"/>
                      <a:gd name="connsiteX22" fmla="*/ 6491867 w 8322906"/>
                      <a:gd name="connsiteY22" fmla="*/ 3034210 h 3034210"/>
                      <a:gd name="connsiteX23" fmla="*/ 5798291 w 8322906"/>
                      <a:gd name="connsiteY23" fmla="*/ 3034210 h 3034210"/>
                      <a:gd name="connsiteX24" fmla="*/ 5187945 w 8322906"/>
                      <a:gd name="connsiteY24" fmla="*/ 3034210 h 3034210"/>
                      <a:gd name="connsiteX25" fmla="*/ 4744056 w 8322906"/>
                      <a:gd name="connsiteY25" fmla="*/ 3034210 h 3034210"/>
                      <a:gd name="connsiteX26" fmla="*/ 4300168 w 8322906"/>
                      <a:gd name="connsiteY26" fmla="*/ 3034210 h 3034210"/>
                      <a:gd name="connsiteX27" fmla="*/ 3773051 w 8322906"/>
                      <a:gd name="connsiteY27" fmla="*/ 3034210 h 3034210"/>
                      <a:gd name="connsiteX28" fmla="*/ 3245933 w 8322906"/>
                      <a:gd name="connsiteY28" fmla="*/ 3034210 h 3034210"/>
                      <a:gd name="connsiteX29" fmla="*/ 2469129 w 8322906"/>
                      <a:gd name="connsiteY29" fmla="*/ 3034210 h 3034210"/>
                      <a:gd name="connsiteX30" fmla="*/ 1775553 w 8322906"/>
                      <a:gd name="connsiteY30" fmla="*/ 3034210 h 3034210"/>
                      <a:gd name="connsiteX31" fmla="*/ 1331665 w 8322906"/>
                      <a:gd name="connsiteY31" fmla="*/ 3034210 h 3034210"/>
                      <a:gd name="connsiteX32" fmla="*/ 638089 w 8322906"/>
                      <a:gd name="connsiteY32" fmla="*/ 3034210 h 3034210"/>
                      <a:gd name="connsiteX33" fmla="*/ 0 w 8322906"/>
                      <a:gd name="connsiteY33" fmla="*/ 3034210 h 3034210"/>
                      <a:gd name="connsiteX34" fmla="*/ 0 w 8322906"/>
                      <a:gd name="connsiteY34" fmla="*/ 2366684 h 3034210"/>
                      <a:gd name="connsiteX35" fmla="*/ 0 w 8322906"/>
                      <a:gd name="connsiteY35" fmla="*/ 1790184 h 3034210"/>
                      <a:gd name="connsiteX36" fmla="*/ 0 w 8322906"/>
                      <a:gd name="connsiteY36" fmla="*/ 1274368 h 3034210"/>
                      <a:gd name="connsiteX37" fmla="*/ 0 w 8322906"/>
                      <a:gd name="connsiteY37" fmla="*/ 758552 h 3034210"/>
                      <a:gd name="connsiteX38" fmla="*/ 0 w 8322906"/>
                      <a:gd name="connsiteY38" fmla="*/ 0 h 30342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8322906" h="3034210" fill="none" extrusionOk="0">
                        <a:moveTo>
                          <a:pt x="0" y="0"/>
                        </a:moveTo>
                        <a:cubicBezTo>
                          <a:pt x="159937" y="20046"/>
                          <a:pt x="330741" y="-20614"/>
                          <a:pt x="443888" y="0"/>
                        </a:cubicBezTo>
                        <a:cubicBezTo>
                          <a:pt x="557035" y="20614"/>
                          <a:pt x="886583" y="22071"/>
                          <a:pt x="1054235" y="0"/>
                        </a:cubicBezTo>
                        <a:cubicBezTo>
                          <a:pt x="1221887" y="-22071"/>
                          <a:pt x="1395137" y="-17431"/>
                          <a:pt x="1664581" y="0"/>
                        </a:cubicBezTo>
                        <a:cubicBezTo>
                          <a:pt x="1934025" y="17431"/>
                          <a:pt x="2235515" y="-5200"/>
                          <a:pt x="2441386" y="0"/>
                        </a:cubicBezTo>
                        <a:cubicBezTo>
                          <a:pt x="2647257" y="5200"/>
                          <a:pt x="2779539" y="-14790"/>
                          <a:pt x="2968503" y="0"/>
                        </a:cubicBezTo>
                        <a:cubicBezTo>
                          <a:pt x="3157467" y="14790"/>
                          <a:pt x="3445110" y="-29919"/>
                          <a:pt x="3578850" y="0"/>
                        </a:cubicBezTo>
                        <a:cubicBezTo>
                          <a:pt x="3712590" y="29919"/>
                          <a:pt x="3896328" y="15348"/>
                          <a:pt x="4022738" y="0"/>
                        </a:cubicBezTo>
                        <a:cubicBezTo>
                          <a:pt x="4149148" y="-15348"/>
                          <a:pt x="4467903" y="13488"/>
                          <a:pt x="4716313" y="0"/>
                        </a:cubicBezTo>
                        <a:cubicBezTo>
                          <a:pt x="4964723" y="-13488"/>
                          <a:pt x="5177200" y="-29876"/>
                          <a:pt x="5493118" y="0"/>
                        </a:cubicBezTo>
                        <a:cubicBezTo>
                          <a:pt x="5809036" y="29876"/>
                          <a:pt x="5758830" y="18050"/>
                          <a:pt x="5937006" y="0"/>
                        </a:cubicBezTo>
                        <a:cubicBezTo>
                          <a:pt x="6115182" y="-18050"/>
                          <a:pt x="6378797" y="17365"/>
                          <a:pt x="6547353" y="0"/>
                        </a:cubicBezTo>
                        <a:cubicBezTo>
                          <a:pt x="6715909" y="-17365"/>
                          <a:pt x="6915138" y="4324"/>
                          <a:pt x="7157699" y="0"/>
                        </a:cubicBezTo>
                        <a:cubicBezTo>
                          <a:pt x="7400260" y="-4324"/>
                          <a:pt x="7467059" y="18450"/>
                          <a:pt x="7684817" y="0"/>
                        </a:cubicBezTo>
                        <a:cubicBezTo>
                          <a:pt x="7902575" y="-18450"/>
                          <a:pt x="8117695" y="-11892"/>
                          <a:pt x="8322906" y="0"/>
                        </a:cubicBezTo>
                        <a:cubicBezTo>
                          <a:pt x="8309403" y="134309"/>
                          <a:pt x="8342044" y="490552"/>
                          <a:pt x="8322906" y="637184"/>
                        </a:cubicBezTo>
                        <a:cubicBezTo>
                          <a:pt x="8303768" y="783816"/>
                          <a:pt x="8321918" y="1061265"/>
                          <a:pt x="8322906" y="1244026"/>
                        </a:cubicBezTo>
                        <a:cubicBezTo>
                          <a:pt x="8323894" y="1426787"/>
                          <a:pt x="8344326" y="1651783"/>
                          <a:pt x="8322906" y="1820526"/>
                        </a:cubicBezTo>
                        <a:cubicBezTo>
                          <a:pt x="8301486" y="1989269"/>
                          <a:pt x="8329645" y="2254573"/>
                          <a:pt x="8322906" y="2488052"/>
                        </a:cubicBezTo>
                        <a:cubicBezTo>
                          <a:pt x="8316167" y="2721531"/>
                          <a:pt x="8336441" y="2770572"/>
                          <a:pt x="8322906" y="3034210"/>
                        </a:cubicBezTo>
                        <a:cubicBezTo>
                          <a:pt x="8073082" y="3040790"/>
                          <a:pt x="7939766" y="3042450"/>
                          <a:pt x="7712560" y="3034210"/>
                        </a:cubicBezTo>
                        <a:cubicBezTo>
                          <a:pt x="7485354" y="3025970"/>
                          <a:pt x="7317830" y="3011110"/>
                          <a:pt x="7018984" y="3034210"/>
                        </a:cubicBezTo>
                        <a:cubicBezTo>
                          <a:pt x="6720138" y="3057310"/>
                          <a:pt x="6690022" y="3039626"/>
                          <a:pt x="6491867" y="3034210"/>
                        </a:cubicBezTo>
                        <a:cubicBezTo>
                          <a:pt x="6293712" y="3028794"/>
                          <a:pt x="5987833" y="3048339"/>
                          <a:pt x="5798291" y="3034210"/>
                        </a:cubicBezTo>
                        <a:cubicBezTo>
                          <a:pt x="5608749" y="3020081"/>
                          <a:pt x="5385743" y="3016047"/>
                          <a:pt x="5187945" y="3034210"/>
                        </a:cubicBezTo>
                        <a:cubicBezTo>
                          <a:pt x="4990147" y="3052373"/>
                          <a:pt x="4958110" y="3016510"/>
                          <a:pt x="4744056" y="3034210"/>
                        </a:cubicBezTo>
                        <a:cubicBezTo>
                          <a:pt x="4530002" y="3051910"/>
                          <a:pt x="4513311" y="3024306"/>
                          <a:pt x="4300168" y="3034210"/>
                        </a:cubicBezTo>
                        <a:cubicBezTo>
                          <a:pt x="4087025" y="3044114"/>
                          <a:pt x="3961884" y="3046973"/>
                          <a:pt x="3773051" y="3034210"/>
                        </a:cubicBezTo>
                        <a:cubicBezTo>
                          <a:pt x="3584218" y="3021447"/>
                          <a:pt x="3493336" y="3023541"/>
                          <a:pt x="3245933" y="3034210"/>
                        </a:cubicBezTo>
                        <a:cubicBezTo>
                          <a:pt x="2998530" y="3044879"/>
                          <a:pt x="2675262" y="3009722"/>
                          <a:pt x="2469129" y="3034210"/>
                        </a:cubicBezTo>
                        <a:cubicBezTo>
                          <a:pt x="2262996" y="3058698"/>
                          <a:pt x="1938121" y="3010927"/>
                          <a:pt x="1775553" y="3034210"/>
                        </a:cubicBezTo>
                        <a:cubicBezTo>
                          <a:pt x="1612985" y="3057493"/>
                          <a:pt x="1427851" y="3040410"/>
                          <a:pt x="1331665" y="3034210"/>
                        </a:cubicBezTo>
                        <a:cubicBezTo>
                          <a:pt x="1235479" y="3028010"/>
                          <a:pt x="821556" y="3033101"/>
                          <a:pt x="638089" y="3034210"/>
                        </a:cubicBezTo>
                        <a:cubicBezTo>
                          <a:pt x="454622" y="3035319"/>
                          <a:pt x="249410" y="3055363"/>
                          <a:pt x="0" y="3034210"/>
                        </a:cubicBezTo>
                        <a:cubicBezTo>
                          <a:pt x="29182" y="2867468"/>
                          <a:pt x="-6570" y="2529567"/>
                          <a:pt x="0" y="2366684"/>
                        </a:cubicBezTo>
                        <a:cubicBezTo>
                          <a:pt x="6570" y="2203801"/>
                          <a:pt x="-17652" y="1914441"/>
                          <a:pt x="0" y="1790184"/>
                        </a:cubicBezTo>
                        <a:cubicBezTo>
                          <a:pt x="17652" y="1665927"/>
                          <a:pt x="-14384" y="1446608"/>
                          <a:pt x="0" y="1274368"/>
                        </a:cubicBezTo>
                        <a:cubicBezTo>
                          <a:pt x="14384" y="1102128"/>
                          <a:pt x="7516" y="947958"/>
                          <a:pt x="0" y="758552"/>
                        </a:cubicBezTo>
                        <a:cubicBezTo>
                          <a:pt x="-7516" y="569146"/>
                          <a:pt x="-33764" y="309935"/>
                          <a:pt x="0" y="0"/>
                        </a:cubicBezTo>
                        <a:close/>
                      </a:path>
                      <a:path w="8322906" h="3034210" stroke="0" extrusionOk="0">
                        <a:moveTo>
                          <a:pt x="0" y="0"/>
                        </a:moveTo>
                        <a:cubicBezTo>
                          <a:pt x="172369" y="13887"/>
                          <a:pt x="390821" y="-16204"/>
                          <a:pt x="610346" y="0"/>
                        </a:cubicBezTo>
                        <a:cubicBezTo>
                          <a:pt x="829871" y="16204"/>
                          <a:pt x="1042272" y="34407"/>
                          <a:pt x="1470380" y="0"/>
                        </a:cubicBezTo>
                        <a:cubicBezTo>
                          <a:pt x="1898488" y="-34407"/>
                          <a:pt x="1765684" y="3159"/>
                          <a:pt x="1914268" y="0"/>
                        </a:cubicBezTo>
                        <a:cubicBezTo>
                          <a:pt x="2062852" y="-3159"/>
                          <a:pt x="2408975" y="21515"/>
                          <a:pt x="2774302" y="0"/>
                        </a:cubicBezTo>
                        <a:cubicBezTo>
                          <a:pt x="3139629" y="-21515"/>
                          <a:pt x="3125648" y="-14229"/>
                          <a:pt x="3384648" y="0"/>
                        </a:cubicBezTo>
                        <a:cubicBezTo>
                          <a:pt x="3643648" y="14229"/>
                          <a:pt x="3638785" y="-11724"/>
                          <a:pt x="3828537" y="0"/>
                        </a:cubicBezTo>
                        <a:cubicBezTo>
                          <a:pt x="4018289" y="11724"/>
                          <a:pt x="4223882" y="-6986"/>
                          <a:pt x="4522112" y="0"/>
                        </a:cubicBezTo>
                        <a:cubicBezTo>
                          <a:pt x="4820342" y="6986"/>
                          <a:pt x="4992610" y="-30041"/>
                          <a:pt x="5215688" y="0"/>
                        </a:cubicBezTo>
                        <a:cubicBezTo>
                          <a:pt x="5438766" y="30041"/>
                          <a:pt x="5512449" y="-10093"/>
                          <a:pt x="5742805" y="0"/>
                        </a:cubicBezTo>
                        <a:cubicBezTo>
                          <a:pt x="5973161" y="10093"/>
                          <a:pt x="6033757" y="2489"/>
                          <a:pt x="6269923" y="0"/>
                        </a:cubicBezTo>
                        <a:cubicBezTo>
                          <a:pt x="6506089" y="-2489"/>
                          <a:pt x="6632068" y="19238"/>
                          <a:pt x="6797040" y="0"/>
                        </a:cubicBezTo>
                        <a:cubicBezTo>
                          <a:pt x="6962012" y="-19238"/>
                          <a:pt x="7159670" y="6865"/>
                          <a:pt x="7490615" y="0"/>
                        </a:cubicBezTo>
                        <a:cubicBezTo>
                          <a:pt x="7821560" y="-6865"/>
                          <a:pt x="8018647" y="32623"/>
                          <a:pt x="8322906" y="0"/>
                        </a:cubicBezTo>
                        <a:cubicBezTo>
                          <a:pt x="8330747" y="240163"/>
                          <a:pt x="8326308" y="403902"/>
                          <a:pt x="8322906" y="546158"/>
                        </a:cubicBezTo>
                        <a:cubicBezTo>
                          <a:pt x="8319504" y="688414"/>
                          <a:pt x="8303771" y="905849"/>
                          <a:pt x="8322906" y="1183342"/>
                        </a:cubicBezTo>
                        <a:cubicBezTo>
                          <a:pt x="8342041" y="1460835"/>
                          <a:pt x="8323470" y="1555512"/>
                          <a:pt x="8322906" y="1699158"/>
                        </a:cubicBezTo>
                        <a:cubicBezTo>
                          <a:pt x="8322342" y="1842804"/>
                          <a:pt x="8327877" y="2150380"/>
                          <a:pt x="8322906" y="2275658"/>
                        </a:cubicBezTo>
                        <a:cubicBezTo>
                          <a:pt x="8317935" y="2400936"/>
                          <a:pt x="8341311" y="2839659"/>
                          <a:pt x="8322906" y="3034210"/>
                        </a:cubicBezTo>
                        <a:cubicBezTo>
                          <a:pt x="7893949" y="3069591"/>
                          <a:pt x="7754756" y="3012804"/>
                          <a:pt x="7462872" y="3034210"/>
                        </a:cubicBezTo>
                        <a:cubicBezTo>
                          <a:pt x="7170988" y="3055616"/>
                          <a:pt x="7071820" y="3031640"/>
                          <a:pt x="6686068" y="3034210"/>
                        </a:cubicBezTo>
                        <a:cubicBezTo>
                          <a:pt x="6300316" y="3036780"/>
                          <a:pt x="6463615" y="3055131"/>
                          <a:pt x="6242180" y="3034210"/>
                        </a:cubicBezTo>
                        <a:cubicBezTo>
                          <a:pt x="6020745" y="3013289"/>
                          <a:pt x="5832623" y="3030994"/>
                          <a:pt x="5548604" y="3034210"/>
                        </a:cubicBezTo>
                        <a:cubicBezTo>
                          <a:pt x="5264585" y="3037426"/>
                          <a:pt x="5213639" y="3024484"/>
                          <a:pt x="5021487" y="3034210"/>
                        </a:cubicBezTo>
                        <a:cubicBezTo>
                          <a:pt x="4829335" y="3043936"/>
                          <a:pt x="4686843" y="3020789"/>
                          <a:pt x="4494369" y="3034210"/>
                        </a:cubicBezTo>
                        <a:cubicBezTo>
                          <a:pt x="4301895" y="3047631"/>
                          <a:pt x="4173252" y="3052806"/>
                          <a:pt x="4050481" y="3034210"/>
                        </a:cubicBezTo>
                        <a:cubicBezTo>
                          <a:pt x="3927710" y="3015614"/>
                          <a:pt x="3814765" y="3049570"/>
                          <a:pt x="3606593" y="3034210"/>
                        </a:cubicBezTo>
                        <a:cubicBezTo>
                          <a:pt x="3398421" y="3018850"/>
                          <a:pt x="3216341" y="3059295"/>
                          <a:pt x="3079475" y="3034210"/>
                        </a:cubicBezTo>
                        <a:cubicBezTo>
                          <a:pt x="2942609" y="3009125"/>
                          <a:pt x="2814248" y="3031239"/>
                          <a:pt x="2552358" y="3034210"/>
                        </a:cubicBezTo>
                        <a:cubicBezTo>
                          <a:pt x="2290468" y="3037181"/>
                          <a:pt x="2322523" y="3018277"/>
                          <a:pt x="2108470" y="3034210"/>
                        </a:cubicBezTo>
                        <a:cubicBezTo>
                          <a:pt x="1894417" y="3050143"/>
                          <a:pt x="1768874" y="3017281"/>
                          <a:pt x="1581352" y="3034210"/>
                        </a:cubicBezTo>
                        <a:cubicBezTo>
                          <a:pt x="1393830" y="3051139"/>
                          <a:pt x="1035616" y="3056642"/>
                          <a:pt x="887777" y="3034210"/>
                        </a:cubicBezTo>
                        <a:cubicBezTo>
                          <a:pt x="739938" y="3011778"/>
                          <a:pt x="211767" y="3006130"/>
                          <a:pt x="0" y="3034210"/>
                        </a:cubicBezTo>
                        <a:cubicBezTo>
                          <a:pt x="-27001" y="2781429"/>
                          <a:pt x="-4156" y="2602986"/>
                          <a:pt x="0" y="2488052"/>
                        </a:cubicBezTo>
                        <a:cubicBezTo>
                          <a:pt x="4156" y="2373118"/>
                          <a:pt x="-22222" y="2022494"/>
                          <a:pt x="0" y="1850868"/>
                        </a:cubicBezTo>
                        <a:cubicBezTo>
                          <a:pt x="22222" y="1679242"/>
                          <a:pt x="27630" y="1463484"/>
                          <a:pt x="0" y="1244026"/>
                        </a:cubicBezTo>
                        <a:cubicBezTo>
                          <a:pt x="-27630" y="1024568"/>
                          <a:pt x="-9144" y="863712"/>
                          <a:pt x="0" y="728210"/>
                        </a:cubicBezTo>
                        <a:cubicBezTo>
                          <a:pt x="9144" y="592708"/>
                          <a:pt x="17062" y="28206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Ana Maria da Silva – 17170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Beatriz de Souza – 18745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Carlos Eduardo Penteado – 14620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Daniel de Oliveira – 13890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Edson Pereira – 12457</a:t>
            </a:r>
          </a:p>
          <a:p>
            <a:pPr algn="just"/>
            <a:endParaRPr lang="pt-BR" dirty="0"/>
          </a:p>
          <a:p>
            <a:pPr algn="ctr"/>
            <a:r>
              <a:rPr lang="pt-BR" sz="2000" b="1" dirty="0"/>
              <a:t>Professor(es) Orientador(es):</a:t>
            </a:r>
          </a:p>
          <a:p>
            <a:pPr algn="ctr"/>
            <a:r>
              <a:rPr lang="pt-BR" sz="2000" dirty="0"/>
              <a:t>Tereza Cristina da Costa Neves;</a:t>
            </a:r>
          </a:p>
          <a:p>
            <a:pPr algn="ctr"/>
            <a:r>
              <a:rPr lang="pt-BR" sz="2000" dirty="0"/>
              <a:t>Mara Silva da Costa.</a:t>
            </a:r>
            <a:endParaRPr lang="pt-BR" dirty="0"/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70926AC1-3C20-3D76-C1A6-3527ED1008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8" b="40088"/>
          <a:stretch/>
        </p:blipFill>
        <p:spPr>
          <a:xfrm>
            <a:off x="881165" y="9067"/>
            <a:ext cx="10274157" cy="125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705DC0-4107-4669-BDCB-9DE36D1C3410}"/>
              </a:ext>
            </a:extLst>
          </p:cNvPr>
          <p:cNvSpPr/>
          <p:nvPr/>
        </p:nvSpPr>
        <p:spPr>
          <a:xfrm>
            <a:off x="0" y="9745"/>
            <a:ext cx="12192000" cy="707886"/>
          </a:xfrm>
          <a:prstGeom prst="rect">
            <a:avLst/>
          </a:prstGeom>
          <a:solidFill>
            <a:srgbClr val="A40000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0" b="1" dirty="0">
                <a:solidFill>
                  <a:schemeClr val="bg1"/>
                </a:solidFill>
              </a:rPr>
              <a:t>  </a:t>
            </a:r>
            <a:r>
              <a:rPr lang="pt-BR" sz="3200" b="1" dirty="0">
                <a:solidFill>
                  <a:schemeClr val="bg1"/>
                </a:solidFill>
              </a:rPr>
              <a:t>Contextualização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1BB5F16-447E-4F38-B54B-38AA50494EE0}"/>
              </a:ext>
            </a:extLst>
          </p:cNvPr>
          <p:cNvSpPr/>
          <p:nvPr/>
        </p:nvSpPr>
        <p:spPr>
          <a:xfrm>
            <a:off x="0" y="624435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8A656D-2A0D-432D-8D58-ECB305CC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2</a:t>
            </a:fld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057A1-49DC-4641-85D9-1C92FC52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E64A-3A29-4A31-A917-A307B8C697EB}" type="datetime1">
              <a:rPr lang="pt-BR" smtClean="0"/>
              <a:t>26/03/2026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8DC7ED-0840-454A-A5BD-2C2E1D49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03" y="883418"/>
            <a:ext cx="11549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Aft>
                <a:spcPts val="200"/>
              </a:spcAft>
              <a:buClr>
                <a:srgbClr val="AA1616"/>
              </a:buClr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C...</a:t>
            </a:r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48B532F0-7459-7677-92C3-44C4F3E251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8" b="40088"/>
          <a:stretch/>
        </p:blipFill>
        <p:spPr>
          <a:xfrm>
            <a:off x="3898543" y="6321001"/>
            <a:ext cx="4141693" cy="5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705DC0-4107-4669-BDCB-9DE36D1C3410}"/>
              </a:ext>
            </a:extLst>
          </p:cNvPr>
          <p:cNvSpPr/>
          <p:nvPr/>
        </p:nvSpPr>
        <p:spPr>
          <a:xfrm>
            <a:off x="0" y="9745"/>
            <a:ext cx="12192000" cy="707886"/>
          </a:xfrm>
          <a:prstGeom prst="rect">
            <a:avLst/>
          </a:prstGeom>
          <a:solidFill>
            <a:srgbClr val="A40000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0" b="1" dirty="0">
                <a:solidFill>
                  <a:schemeClr val="bg1"/>
                </a:solidFill>
              </a:rPr>
              <a:t>  </a:t>
            </a:r>
            <a:r>
              <a:rPr lang="pt-BR" sz="3200" b="1" dirty="0">
                <a:solidFill>
                  <a:schemeClr val="bg1"/>
                </a:solidFill>
              </a:rPr>
              <a:t>Problemática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8A656D-2A0D-432D-8D58-ECB305CC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3</a:t>
            </a:fld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057A1-49DC-4641-85D9-1C92FC52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E64A-3A29-4A31-A917-A307B8C697EB}" type="datetime1">
              <a:rPr lang="pt-BR" smtClean="0"/>
              <a:t>26/03/2026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8DC7ED-0840-454A-A5BD-2C2E1D49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03" y="883418"/>
            <a:ext cx="11549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Aft>
                <a:spcPts val="200"/>
              </a:spcAft>
              <a:buClr>
                <a:srgbClr val="AA1616"/>
              </a:buClr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P...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E85A795-3EF1-414E-9646-B50B1F61A4F3}"/>
              </a:ext>
            </a:extLst>
          </p:cNvPr>
          <p:cNvSpPr/>
          <p:nvPr/>
        </p:nvSpPr>
        <p:spPr>
          <a:xfrm>
            <a:off x="0" y="624435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3B01CBCE-41A7-76B4-BD3E-A62788B1F2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8" b="40088"/>
          <a:stretch/>
        </p:blipFill>
        <p:spPr>
          <a:xfrm>
            <a:off x="3898543" y="6321001"/>
            <a:ext cx="4141693" cy="5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1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705DC0-4107-4669-BDCB-9DE36D1C3410}"/>
              </a:ext>
            </a:extLst>
          </p:cNvPr>
          <p:cNvSpPr/>
          <p:nvPr/>
        </p:nvSpPr>
        <p:spPr>
          <a:xfrm>
            <a:off x="0" y="9745"/>
            <a:ext cx="12192000" cy="707886"/>
          </a:xfrm>
          <a:prstGeom prst="rect">
            <a:avLst/>
          </a:prstGeom>
          <a:solidFill>
            <a:srgbClr val="A40000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0" b="1" dirty="0">
                <a:solidFill>
                  <a:schemeClr val="bg1"/>
                </a:solidFill>
              </a:rPr>
              <a:t>  </a:t>
            </a:r>
            <a:r>
              <a:rPr lang="pt-BR" sz="3200" b="1" dirty="0">
                <a:solidFill>
                  <a:schemeClr val="bg1"/>
                </a:solidFill>
              </a:rPr>
              <a:t>Objetivos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8A656D-2A0D-432D-8D58-ECB305CC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4</a:t>
            </a:fld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057A1-49DC-4641-85D9-1C92FC52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E64A-3A29-4A31-A917-A307B8C697EB}" type="datetime1">
              <a:rPr lang="pt-BR" smtClean="0"/>
              <a:t>26/03/2026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8DC7ED-0840-454A-A5BD-2C2E1D49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03" y="883418"/>
            <a:ext cx="11549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Aft>
                <a:spcPts val="200"/>
              </a:spcAft>
              <a:buClr>
                <a:srgbClr val="AA1616"/>
              </a:buClr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O...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954852A-E495-4412-9DDC-CAC504219C09}"/>
              </a:ext>
            </a:extLst>
          </p:cNvPr>
          <p:cNvSpPr/>
          <p:nvPr/>
        </p:nvSpPr>
        <p:spPr>
          <a:xfrm>
            <a:off x="0" y="624435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AFB407B6-D6A5-E99D-BC58-96C61A311F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8" b="40088"/>
          <a:stretch/>
        </p:blipFill>
        <p:spPr>
          <a:xfrm>
            <a:off x="3898543" y="6321001"/>
            <a:ext cx="4141693" cy="5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1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705DC0-4107-4669-BDCB-9DE36D1C3410}"/>
              </a:ext>
            </a:extLst>
          </p:cNvPr>
          <p:cNvSpPr/>
          <p:nvPr/>
        </p:nvSpPr>
        <p:spPr>
          <a:xfrm>
            <a:off x="0" y="9745"/>
            <a:ext cx="12192000" cy="707886"/>
          </a:xfrm>
          <a:prstGeom prst="rect">
            <a:avLst/>
          </a:prstGeom>
          <a:solidFill>
            <a:srgbClr val="A40000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0" b="1" dirty="0">
                <a:solidFill>
                  <a:schemeClr val="bg1"/>
                </a:solidFill>
              </a:rPr>
              <a:t>  </a:t>
            </a:r>
            <a:r>
              <a:rPr lang="pt-BR" sz="3200" b="1" dirty="0">
                <a:solidFill>
                  <a:schemeClr val="bg1"/>
                </a:solidFill>
              </a:rPr>
              <a:t>Metodologia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8A656D-2A0D-432D-8D58-ECB305CC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5</a:t>
            </a:fld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057A1-49DC-4641-85D9-1C92FC52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E64A-3A29-4A31-A917-A307B8C697EB}" type="datetime1">
              <a:rPr lang="pt-BR" smtClean="0"/>
              <a:t>26/03/2026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8DC7ED-0840-454A-A5BD-2C2E1D49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03" y="883418"/>
            <a:ext cx="11549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Aft>
                <a:spcPts val="200"/>
              </a:spcAft>
              <a:buClr>
                <a:srgbClr val="AA1616"/>
              </a:buClr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M...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55CD846-27AA-4D84-8D83-9D2ED48932EF}"/>
              </a:ext>
            </a:extLst>
          </p:cNvPr>
          <p:cNvSpPr/>
          <p:nvPr/>
        </p:nvSpPr>
        <p:spPr>
          <a:xfrm>
            <a:off x="0" y="624435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0B45722B-1817-7654-AB43-5CD61182E4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8" b="40088"/>
          <a:stretch/>
        </p:blipFill>
        <p:spPr>
          <a:xfrm>
            <a:off x="3898543" y="6321001"/>
            <a:ext cx="4141693" cy="5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8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705DC0-4107-4669-BDCB-9DE36D1C3410}"/>
              </a:ext>
            </a:extLst>
          </p:cNvPr>
          <p:cNvSpPr/>
          <p:nvPr/>
        </p:nvSpPr>
        <p:spPr>
          <a:xfrm>
            <a:off x="0" y="9745"/>
            <a:ext cx="12192000" cy="707886"/>
          </a:xfrm>
          <a:prstGeom prst="rect">
            <a:avLst/>
          </a:prstGeom>
          <a:solidFill>
            <a:srgbClr val="A40000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0" b="1" dirty="0">
                <a:solidFill>
                  <a:schemeClr val="bg1"/>
                </a:solidFill>
              </a:rPr>
              <a:t>  </a:t>
            </a:r>
            <a:r>
              <a:rPr lang="pt-BR" sz="3200" b="1" dirty="0">
                <a:solidFill>
                  <a:schemeClr val="bg1"/>
                </a:solidFill>
              </a:rPr>
              <a:t>Resultados: CANVAS (se houver)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8A656D-2A0D-432D-8D58-ECB305CC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6</a:t>
            </a:fld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057A1-49DC-4641-85D9-1C92FC52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E64A-3A29-4A31-A917-A307B8C697EB}" type="datetime1">
              <a:rPr lang="pt-BR" smtClean="0"/>
              <a:t>26/03/2026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8DC7ED-0840-454A-A5BD-2C2E1D49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03" y="883418"/>
            <a:ext cx="11549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Aft>
                <a:spcPts val="200"/>
              </a:spcAft>
              <a:buClr>
                <a:srgbClr val="AA1616"/>
              </a:buClr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C...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761DDC2-F2D5-4EB5-9800-50F009871AC3}"/>
              </a:ext>
            </a:extLst>
          </p:cNvPr>
          <p:cNvSpPr/>
          <p:nvPr/>
        </p:nvSpPr>
        <p:spPr>
          <a:xfrm>
            <a:off x="0" y="624435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B544A2DD-A9C3-3A2F-95C0-2FF9F5619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8" b="40088"/>
          <a:stretch/>
        </p:blipFill>
        <p:spPr>
          <a:xfrm>
            <a:off x="3898543" y="6321001"/>
            <a:ext cx="4141693" cy="5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7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705DC0-4107-4669-BDCB-9DE36D1C3410}"/>
              </a:ext>
            </a:extLst>
          </p:cNvPr>
          <p:cNvSpPr/>
          <p:nvPr/>
        </p:nvSpPr>
        <p:spPr>
          <a:xfrm>
            <a:off x="0" y="9745"/>
            <a:ext cx="12192000" cy="584775"/>
          </a:xfrm>
          <a:prstGeom prst="rect">
            <a:avLst/>
          </a:prstGeom>
          <a:solidFill>
            <a:srgbClr val="A40000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solidFill>
                  <a:schemeClr val="bg1"/>
                </a:solidFill>
              </a:rPr>
              <a:t> Considerações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8A656D-2A0D-432D-8D58-ECB305CC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7</a:t>
            </a:fld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057A1-49DC-4641-85D9-1C92FC52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E64A-3A29-4A31-A917-A307B8C697EB}" type="datetime1">
              <a:rPr lang="pt-BR" smtClean="0"/>
              <a:t>26/03/2026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8DC7ED-0840-454A-A5BD-2C2E1D49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03" y="883418"/>
            <a:ext cx="11549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Aft>
                <a:spcPts val="200"/>
              </a:spcAft>
              <a:buClr>
                <a:srgbClr val="AA1616"/>
              </a:buClr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C...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761DDC2-F2D5-4EB5-9800-50F009871AC3}"/>
              </a:ext>
            </a:extLst>
          </p:cNvPr>
          <p:cNvSpPr/>
          <p:nvPr/>
        </p:nvSpPr>
        <p:spPr>
          <a:xfrm>
            <a:off x="0" y="624435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6181EF4D-7230-CF6A-0722-C4DFDE1D05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8" b="40088"/>
          <a:stretch/>
        </p:blipFill>
        <p:spPr>
          <a:xfrm>
            <a:off x="3898543" y="6321001"/>
            <a:ext cx="4141693" cy="5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2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705DC0-4107-4669-BDCB-9DE36D1C3410}"/>
              </a:ext>
            </a:extLst>
          </p:cNvPr>
          <p:cNvSpPr/>
          <p:nvPr/>
        </p:nvSpPr>
        <p:spPr>
          <a:xfrm>
            <a:off x="0" y="9745"/>
            <a:ext cx="12192000" cy="707886"/>
          </a:xfrm>
          <a:prstGeom prst="rect">
            <a:avLst/>
          </a:prstGeom>
          <a:solidFill>
            <a:srgbClr val="A40000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0" b="1" dirty="0">
                <a:solidFill>
                  <a:schemeClr val="bg1"/>
                </a:solidFill>
              </a:rPr>
              <a:t>  </a:t>
            </a:r>
            <a:r>
              <a:rPr lang="pt-BR" sz="3200" b="1" dirty="0">
                <a:solidFill>
                  <a:schemeClr val="bg1"/>
                </a:solidFill>
              </a:rPr>
              <a:t>Fotos - Projeto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8A656D-2A0D-432D-8D58-ECB305CC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8</a:t>
            </a:fld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057A1-49DC-4641-85D9-1C92FC52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E64A-3A29-4A31-A917-A307B8C697EB}" type="datetime1">
              <a:rPr lang="pt-BR" smtClean="0"/>
              <a:t>26/03/2026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8DC7ED-0840-454A-A5BD-2C2E1D49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820" y="1275304"/>
            <a:ext cx="479727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Aft>
                <a:spcPts val="200"/>
              </a:spcAft>
              <a:buClr>
                <a:srgbClr val="AA1616"/>
              </a:buClr>
            </a:pPr>
            <a:r>
              <a:rPr lang="pt-BR" altLang="pt-BR" sz="2800" b="1" dirty="0">
                <a:latin typeface="Calibri" panose="020F0502020204030204" pitchFamily="34" charset="0"/>
                <a:cs typeface="Calibri" panose="020F0502020204030204" pitchFamily="34" charset="0"/>
              </a:rPr>
              <a:t>Figura 1 - XXXXXXX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9156497-66E8-4A9E-85D8-BFC8331671D2}"/>
              </a:ext>
            </a:extLst>
          </p:cNvPr>
          <p:cNvSpPr/>
          <p:nvPr/>
        </p:nvSpPr>
        <p:spPr>
          <a:xfrm>
            <a:off x="0" y="624435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4761260-1018-431F-AB28-643B27D07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526" y="1275304"/>
            <a:ext cx="479727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Aft>
                <a:spcPts val="200"/>
              </a:spcAft>
              <a:buClr>
                <a:srgbClr val="AA1616"/>
              </a:buClr>
            </a:pPr>
            <a:r>
              <a:rPr lang="pt-BR" altLang="pt-BR" sz="2800" b="1" dirty="0">
                <a:latin typeface="Calibri" panose="020F0502020204030204" pitchFamily="34" charset="0"/>
                <a:cs typeface="Calibri" panose="020F0502020204030204" pitchFamily="34" charset="0"/>
              </a:rPr>
              <a:t>Figura 2 - XXXXXXX</a:t>
            </a:r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5C308C12-C390-CB1D-74B8-76AEC4DC78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8" b="40088"/>
          <a:stretch/>
        </p:blipFill>
        <p:spPr>
          <a:xfrm>
            <a:off x="3898543" y="6321001"/>
            <a:ext cx="4141693" cy="5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9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705DC0-4107-4669-BDCB-9DE36D1C3410}"/>
              </a:ext>
            </a:extLst>
          </p:cNvPr>
          <p:cNvSpPr/>
          <p:nvPr/>
        </p:nvSpPr>
        <p:spPr>
          <a:xfrm>
            <a:off x="0" y="9745"/>
            <a:ext cx="12192000" cy="707886"/>
          </a:xfrm>
          <a:prstGeom prst="rect">
            <a:avLst/>
          </a:prstGeom>
          <a:solidFill>
            <a:srgbClr val="A40000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0" b="1" dirty="0">
                <a:solidFill>
                  <a:schemeClr val="bg1"/>
                </a:solidFill>
              </a:rPr>
              <a:t>  </a:t>
            </a:r>
            <a:r>
              <a:rPr lang="pt-BR" sz="3200" b="1" dirty="0">
                <a:solidFill>
                  <a:schemeClr val="bg1"/>
                </a:solidFill>
              </a:rPr>
              <a:t>Referências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8A656D-2A0D-432D-8D58-ECB305CC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9</a:t>
            </a:fld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057A1-49DC-4641-85D9-1C92FC52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E64A-3A29-4A31-A917-A307B8C697EB}" type="datetime1">
              <a:rPr lang="pt-BR" smtClean="0"/>
              <a:t>26/03/2026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8DC7ED-0840-454A-A5BD-2C2E1D49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03" y="883418"/>
            <a:ext cx="11549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Aft>
                <a:spcPts val="200"/>
              </a:spcAft>
              <a:buClr>
                <a:srgbClr val="AA1616"/>
              </a:buClr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R...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F0B96C5-ECCA-431E-B663-D4C02931AAB2}"/>
              </a:ext>
            </a:extLst>
          </p:cNvPr>
          <p:cNvSpPr/>
          <p:nvPr/>
        </p:nvSpPr>
        <p:spPr>
          <a:xfrm>
            <a:off x="0" y="624435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B0053822-BC14-2263-BF8A-BFBD09CB2D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8" b="40088"/>
          <a:stretch/>
        </p:blipFill>
        <p:spPr>
          <a:xfrm>
            <a:off x="3898543" y="6321001"/>
            <a:ext cx="4141693" cy="5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3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705DC0-4107-4669-BDCB-9DE36D1C3410}"/>
              </a:ext>
            </a:extLst>
          </p:cNvPr>
          <p:cNvSpPr/>
          <p:nvPr/>
        </p:nvSpPr>
        <p:spPr>
          <a:xfrm>
            <a:off x="0" y="9745"/>
            <a:ext cx="12192000" cy="584775"/>
          </a:xfrm>
          <a:prstGeom prst="rect">
            <a:avLst/>
          </a:prstGeom>
          <a:solidFill>
            <a:srgbClr val="A40000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3200" b="1" dirty="0">
                <a:solidFill>
                  <a:schemeClr val="bg1"/>
                </a:solidFill>
              </a:rPr>
              <a:t>  Frase motivacional e agradecimentos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8A656D-2A0D-432D-8D58-ECB305CC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771F-AEA0-4B07-B8C3-9210B5E2FAE2}" type="slidenum">
              <a:rPr lang="pt-BR" smtClean="0"/>
              <a:t>10</a:t>
            </a:fld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057A1-49DC-4641-85D9-1C92FC52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E64A-3A29-4A31-A917-A307B8C697EB}" type="datetime1">
              <a:rPr lang="pt-BR" smtClean="0"/>
              <a:t>26/03/2026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8DC7ED-0840-454A-A5BD-2C2E1D49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603" y="883418"/>
            <a:ext cx="11549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algn="just" eaLnBrk="1" hangingPunct="1">
              <a:spcAft>
                <a:spcPts val="200"/>
              </a:spcAft>
              <a:buClr>
                <a:srgbClr val="AA1616"/>
              </a:buClr>
            </a:pPr>
            <a:r>
              <a:rPr lang="pt-BR" altLang="pt-BR" sz="2800" dirty="0">
                <a:latin typeface="Calibri" panose="020F0502020204030204" pitchFamily="34" charset="0"/>
                <a:cs typeface="Calibri" panose="020F0502020204030204" pitchFamily="34" charset="0"/>
              </a:rPr>
              <a:t>R...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9156497-66E8-4A9E-85D8-BFC8331671D2}"/>
              </a:ext>
            </a:extLst>
          </p:cNvPr>
          <p:cNvSpPr/>
          <p:nvPr/>
        </p:nvSpPr>
        <p:spPr>
          <a:xfrm>
            <a:off x="0" y="624435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9281A303-DE76-FADC-6269-0B85190420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68" b="40088"/>
          <a:stretch/>
        </p:blipFill>
        <p:spPr>
          <a:xfrm>
            <a:off x="3898543" y="6321001"/>
            <a:ext cx="4141693" cy="5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1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theme1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030CD2AF09D43952B855AAAE82BA3" ma:contentTypeVersion="11" ma:contentTypeDescription="Create a new document." ma:contentTypeScope="" ma:versionID="604a2a19b6119036f3fdf8e6963cefa9">
  <xsd:schema xmlns:xsd="http://www.w3.org/2001/XMLSchema" xmlns:xs="http://www.w3.org/2001/XMLSchema" xmlns:p="http://schemas.microsoft.com/office/2006/metadata/properties" xmlns:ns3="7a2be348-55ba-4bdd-85fa-bac583f6fe42" xmlns:ns4="00b4cf8a-32b2-4de1-a629-47d337183315" targetNamespace="http://schemas.microsoft.com/office/2006/metadata/properties" ma:root="true" ma:fieldsID="b69d201064f1bd5afdf7497bf2e7f8b8" ns3:_="" ns4:_="">
    <xsd:import namespace="7a2be348-55ba-4bdd-85fa-bac583f6fe42"/>
    <xsd:import namespace="00b4cf8a-32b2-4de1-a629-47d33718331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be348-55ba-4bdd-85fa-bac583f6fe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b4cf8a-32b2-4de1-a629-47d33718331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966871-49B0-4D9F-B4E8-09714E8240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be348-55ba-4bdd-85fa-bac583f6fe42"/>
    <ds:schemaRef ds:uri="00b4cf8a-32b2-4de1-a629-47d3371833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464039-426D-4F09-9302-3F10A6F75E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38EDFC-77CA-4A87-97BF-68740A7E4579}">
  <ds:schemaRefs>
    <ds:schemaRef ds:uri="00b4cf8a-32b2-4de1-a629-47d337183315"/>
    <ds:schemaRef ds:uri="http://schemas.microsoft.com/office/2006/metadata/properties"/>
    <ds:schemaRef ds:uri="7a2be348-55ba-4bdd-85fa-bac583f6fe42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130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Pedagógica 27|ago.|2020 ____________________________</dc:title>
  <dc:creator>RENATA PINHEIRO</dc:creator>
  <cp:lastModifiedBy>Murphydias</cp:lastModifiedBy>
  <cp:revision>67</cp:revision>
  <dcterms:created xsi:type="dcterms:W3CDTF">2020-08-27T02:11:45Z</dcterms:created>
  <dcterms:modified xsi:type="dcterms:W3CDTF">2026-03-27T00:45:25Z</dcterms:modified>
</cp:coreProperties>
</file>